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開發規劃書範本(GRAB v1.0)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治理就緒藍圖 — Governance-Ready Agent Blueprint</a:t>
            </a:r>
          </a:p>
          <a:p>
            <a:pPr>
              <a:defRPr sz="1600"/>
            </a:pPr>
            <a:r>
              <a:t>填寫方式:把每頁方括號 [ ] 的提示換成實際內容,保留章節標題。</a:t>
            </a:r>
          </a:p>
          <a:p>
            <a:pPr>
              <a:defRPr sz="1600"/>
            </a:pPr>
            <a:r>
              <a:t>Agent 名稱:[例:信用風險評估 Agent]</a:t>
            </a:r>
          </a:p>
          <a:p>
            <a:pPr>
              <a:defRPr sz="1600"/>
            </a:pPr>
            <a:r>
              <a:t>提案人 / 部門:[姓名] / [部門]</a:t>
            </a:r>
          </a:p>
          <a:p>
            <a:pPr>
              <a:defRPr sz="1600"/>
            </a:pPr>
            <a:r>
              <a:t>日期 / 版本:[YYYY/MM/DD] / v0.1</a:t>
            </a:r>
          </a:p>
          <a:p>
            <a:pPr>
              <a:defRPr sz="1600"/>
            </a:pPr>
            <a:r>
              <a:t>評審狀態:(由系統填寫:綠燈 / 紅燈 / 待補件)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一、目標(Goal)★必填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一句話定位:[這個 Agent 解決什麼問題、輸出什麼決策]</a:t>
            </a:r>
          </a:p>
          <a:p>
            <a:pPr>
              <a:defRPr sz="1600"/>
            </a:pPr>
            <a:r>
              <a:t>成功指標(可量化):</a:t>
            </a:r>
          </a:p>
          <a:p>
            <a:pPr>
              <a:defRPr sz="1600"/>
            </a:pPr>
            <a:r>
              <a:t>  · 治理指標:[例:風險狀態 100% 被偵測,不漏判不誤判]</a:t>
            </a:r>
          </a:p>
          <a:p>
            <a:pPr>
              <a:defRPr sz="1600"/>
            </a:pPr>
            <a:r>
              <a:t>  · 效率指標:[例:每輪巡查時間較人工降低 &gt;90%]</a:t>
            </a:r>
          </a:p>
          <a:p>
            <a:pPr>
              <a:defRPr sz="1600"/>
            </a:pPr>
            <a:r>
              <a:t>  · 品質指標:[例:LLM 判斷與人工覆核一致率 ≥90%]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二、範圍(Scope)★必填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納入範圍:[本次要做的事項]</a:t>
            </a:r>
          </a:p>
          <a:p>
            <a:pPr>
              <a:defRPr sz="1600"/>
            </a:pPr>
            <a:r>
              <a:t>排除範圍:[明確不做的,避免範圍蔓延]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三、時程與里程碑(Timeline / Milestone)★必填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里程碑 M1 設計 — 預計完成 [YYYY/MM] — 交付物 [...]</a:t>
            </a:r>
          </a:p>
          <a:p>
            <a:pPr>
              <a:defRPr sz="1600"/>
            </a:pPr>
            <a:r>
              <a:t>里程碑 M2 開發 — 預計完成 [YYYY/MM] — 交付物 [...]</a:t>
            </a:r>
          </a:p>
          <a:p>
            <a:pPr>
              <a:defRPr sz="1600"/>
            </a:pPr>
            <a:r>
              <a:t>里程碑 M3 驗證 — 預計完成 [YYYY/MM] — 交付物 [...]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四、風險與緩解(Risk)★必填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風險:[例:訓練資料時間窗偏移]</a:t>
            </a:r>
          </a:p>
          <a:p>
            <a:pPr>
              <a:defRPr sz="1600"/>
            </a:pPr>
            <a:r>
              <a:t>影響:[例:模型漂移]</a:t>
            </a:r>
          </a:p>
          <a:p>
            <a:pPr>
              <a:defRPr sz="1600"/>
            </a:pPr>
            <a:r>
              <a:t>緩解措施:[例:季度 PSI 監控]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五、資源需求(Resource)★必填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人力:[角色 × 人數]</a:t>
            </a:r>
          </a:p>
          <a:p>
            <a:pPr>
              <a:defRPr sz="1600"/>
            </a:pPr>
            <a:r>
              <a:t>運算:[Local GPU / 雲端 / 模型版本]</a:t>
            </a:r>
          </a:p>
          <a:p>
            <a:pPr>
              <a:defRPr sz="1600"/>
            </a:pPr>
            <a:r>
              <a:t>資料來源:[KANBAN / RAG 知識庫 / 其他]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六、系統架構與模組(Architecture)★必填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建議沿用 Closed Loop 四階段,標註沿用 / 新增:</a:t>
            </a:r>
          </a:p>
          <a:p>
            <a:pPr>
              <a:defRPr sz="1600"/>
            </a:pPr>
            <a:r>
              <a:t>  · Perception 感知/掃描來源:[...](原有 / 新增)</a:t>
            </a:r>
          </a:p>
          <a:p>
            <a:pPr>
              <a:defRPr sz="1600"/>
            </a:pPr>
            <a:r>
              <a:t>  · Reasoning 判斷邏輯,哪部分用 LLM:[...](原有 / 新增)</a:t>
            </a:r>
          </a:p>
          <a:p>
            <a:pPr>
              <a:defRPr sz="1600"/>
            </a:pPr>
            <a:r>
              <a:t>  · Action 依判斷分級派發:[...](原有 / 新增)</a:t>
            </a:r>
          </a:p>
          <a:p>
            <a:pPr>
              <a:defRPr sz="1600"/>
            </a:pPr>
            <a:r>
              <a:t>  · Feedback 驗證迴圈是否閉合:[...](原有 / 新增)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七、流程定義(Flow Definition)— 驅動自動流程圖(選填)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每行一個節點,格式:&lt;節點ID&gt; [&lt;類型&gt;] &lt;標籤&gt; -&gt; &lt;下一節點&gt;</a:t>
            </a:r>
          </a:p>
          <a:p>
            <a:pPr>
              <a:defRPr sz="1600"/>
            </a:pPr>
            <a:r>
              <a:t>類型:start / end / process / decision / io / subprocess</a:t>
            </a:r>
          </a:p>
          <a:p>
            <a:pPr>
              <a:defRPr sz="1600"/>
            </a:pPr>
            <a:r>
              <a:t>範例:</a:t>
            </a:r>
          </a:p>
          <a:p>
            <a:pPr>
              <a:defRPr sz="1600"/>
            </a:pPr>
            <a:r>
              <a:t>  S1 [start] 開始</a:t>
            </a:r>
          </a:p>
          <a:p>
            <a:pPr>
              <a:defRPr sz="1600"/>
            </a:pPr>
            <a:r>
              <a:t>  S2 [process] 接收上傳規劃書 -&gt; S3</a:t>
            </a:r>
          </a:p>
          <a:p>
            <a:pPr>
              <a:defRPr sz="1600"/>
            </a:pPr>
            <a:r>
              <a:t>  S3 [decision] 文件解析成功? -&gt; 是:S4 | 否:S9</a:t>
            </a:r>
          </a:p>
          <a:p>
            <a:pPr>
              <a:defRPr sz="1600"/>
            </a:pPr>
            <a:r>
              <a:t>  S4 [process] AI 評審中心判讀 -&gt; S5</a:t>
            </a:r>
          </a:p>
          <a:p>
            <a:pPr>
              <a:defRPr sz="1600"/>
            </a:pPr>
            <a:r>
              <a:t>  S5 [decision] 評審結果? -&gt; 綠燈:S6 | 紅燈:S9</a:t>
            </a:r>
          </a:p>
          <a:p>
            <a:pPr>
              <a:defRPr sz="1600"/>
            </a:pPr>
            <a:r>
              <a:t>  S6 [end] 進入 Closed Loop 進度監控</a:t>
            </a:r>
          </a:p>
          <a:p>
            <a:pPr>
              <a:defRPr sz="1600"/>
            </a:pPr>
            <a:r>
              <a:t>  S9 [end] 退件 · 要求重新提交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評審燈號規則(系統如何判讀)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762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/>
            </a:pPr>
            <a:r>
              <a:t>綠燈:涵蓋 ≥4 項必要章節(目標 / 範圍 / 時程 / 風險 / 資源 / 里程碑),內容具體可執行。</a:t>
            </a:r>
          </a:p>
          <a:p>
            <a:pPr>
              <a:defRPr sz="1600"/>
            </a:pPr>
            <a:r>
              <a:t>待補件:內容過少,無法構成可評審的規劃書。</a:t>
            </a:r>
          </a:p>
          <a:p>
            <a:pPr>
              <a:defRPr sz="1600"/>
            </a:pPr>
            <a:r>
              <a:t>紅燈:缺少必要章節,或結構不符規劃書要求、計畫不可行。</a:t>
            </a:r>
          </a:p>
          <a:p>
            <a:pPr>
              <a:defRPr sz="1600"/>
            </a:pPr>
            <a:r>
              <a:t>※ 綠燈才會自動建立專案並進入每 7 天進度監控。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